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72" r:id="rId6"/>
    <p:sldId id="265" r:id="rId7"/>
    <p:sldId id="273" r:id="rId8"/>
    <p:sldId id="275" r:id="rId9"/>
    <p:sldId id="267" r:id="rId10"/>
    <p:sldId id="258" r:id="rId11"/>
    <p:sldId id="264" r:id="rId12"/>
    <p:sldId id="269" r:id="rId1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280" autoAdjust="0"/>
  </p:normalViewPr>
  <p:slideViewPr>
    <p:cSldViewPr>
      <p:cViewPr varScale="1">
        <p:scale>
          <a:sx n="93" d="100"/>
          <a:sy n="93" d="100"/>
        </p:scale>
        <p:origin x="211" y="7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11/20/2025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11/20/2025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1351F-DBB1-4664-ADA9-83BC7CB8848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8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7867" y="1412776"/>
            <a:ext cx="10945217" cy="1656184"/>
          </a:xfrm>
        </p:spPr>
        <p:txBody>
          <a:bodyPr>
            <a:normAutofit/>
          </a:bodyPr>
          <a:lstStyle/>
          <a:p>
            <a:r>
              <a:rPr lang="en-US" sz="3200" b="1" dirty="0"/>
              <a:t>Project : </a:t>
            </a:r>
            <a:r>
              <a:rPr lang="en-US" sz="3200" b="1" dirty="0" err="1"/>
              <a:t>AirAware</a:t>
            </a:r>
            <a:r>
              <a:rPr lang="en-US" sz="3200" b="1" dirty="0"/>
              <a:t> </a:t>
            </a:r>
            <a:r>
              <a:rPr lang="en-IN" sz="3200" b="1" dirty="0"/>
              <a:t>Smart Air Quality Prediction System</a:t>
            </a: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7867" y="3501008"/>
            <a:ext cx="8458200" cy="1371600"/>
          </a:xfrm>
        </p:spPr>
        <p:txBody>
          <a:bodyPr>
            <a:normAutofit/>
          </a:bodyPr>
          <a:lstStyle/>
          <a:p>
            <a:r>
              <a:rPr lang="en-US" sz="2800" dirty="0"/>
              <a:t>Presented by: </a:t>
            </a:r>
            <a:r>
              <a:rPr lang="en-US" sz="2800" dirty="0" err="1"/>
              <a:t>N.N.Sai</a:t>
            </a:r>
            <a:r>
              <a:rPr lang="en-US" sz="2800" dirty="0"/>
              <a:t> </a:t>
            </a:r>
            <a:r>
              <a:rPr lang="en-US" sz="2800" dirty="0" err="1"/>
              <a:t>Sreya</a:t>
            </a:r>
            <a:endParaRPr lang="en-US" sz="2800" dirty="0"/>
          </a:p>
          <a:p>
            <a:r>
              <a:rPr lang="en-US" sz="2800" dirty="0"/>
              <a:t>Group: 1</a:t>
            </a:r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Air pollution levels are rising and need continuous monitoring.</a:t>
            </a:r>
          </a:p>
          <a:p>
            <a:r>
              <a:rPr lang="en-US" sz="2000" dirty="0"/>
              <a:t>Manual monitoring is slow and not easily accessible to the public.</a:t>
            </a:r>
          </a:p>
          <a:p>
            <a:r>
              <a:rPr lang="en-US" sz="2000" dirty="0"/>
              <a:t>Users need a </a:t>
            </a:r>
            <a:r>
              <a:rPr lang="en-US" sz="2000" b="1" dirty="0"/>
              <a:t>simple web interface</a:t>
            </a:r>
            <a:r>
              <a:rPr lang="en-US" sz="2000" dirty="0"/>
              <a:t> to view real-time/processed air quality status.</a:t>
            </a:r>
          </a:p>
          <a:p>
            <a:r>
              <a:rPr lang="en-US" sz="2000" dirty="0"/>
              <a:t>This project provides a clean solution using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12708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2B0373-A271-01DB-6E1C-B47D00562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Collect and store air quality data securely.</a:t>
            </a:r>
          </a:p>
          <a:p>
            <a:r>
              <a:rPr lang="en-US" sz="2000" dirty="0"/>
              <a:t>Display pollutant levels in a clean, user-friendly dashboard.</a:t>
            </a:r>
          </a:p>
          <a:p>
            <a:r>
              <a:rPr lang="en-US" sz="2000" dirty="0"/>
              <a:t>Provide visual indicators of air quality (good, moderate, hazardous).</a:t>
            </a:r>
          </a:p>
          <a:p>
            <a:r>
              <a:rPr lang="en-US" sz="2000" dirty="0"/>
              <a:t>Enable easy expansion for future prediction models.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8567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089" y="404664"/>
            <a:ext cx="9601200" cy="1143000"/>
          </a:xfrm>
        </p:spPr>
        <p:txBody>
          <a:bodyPr/>
          <a:lstStyle/>
          <a:p>
            <a:r>
              <a:rPr lang="en-IN" dirty="0"/>
              <a:t>Technologies Used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341884" y="1676400"/>
            <a:ext cx="10585176" cy="441689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/>
              <a:t>React.js: </a:t>
            </a:r>
            <a:r>
              <a:rPr lang="en-US" sz="2000" dirty="0"/>
              <a:t>Used to build the user interface with reusable components for dynamic pages.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TypeScript: </a:t>
            </a:r>
            <a:r>
              <a:rPr lang="en-US" sz="2000" dirty="0"/>
              <a:t>Adds type safety and makes the frontend code more reliable and structured.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Vite: </a:t>
            </a:r>
            <a:r>
              <a:rPr lang="en-US" sz="2000" dirty="0"/>
              <a:t>A fast development server and build tool that speeds up UI loading and development.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HTML &amp; CSS: </a:t>
            </a:r>
            <a:r>
              <a:rPr lang="en-US" sz="2000" dirty="0"/>
              <a:t>Used to structure the pages and style the overall layout and design.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Tailwind CSS: </a:t>
            </a:r>
            <a:r>
              <a:rPr lang="en-US" sz="2000" dirty="0"/>
              <a:t>Provides utility classes to quickly create responsive and consistent UI styling.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React Hooks: </a:t>
            </a:r>
            <a:r>
              <a:rPr lang="en-US" sz="2000" dirty="0"/>
              <a:t>Used to manage component state and lifecycle logic within the UI.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313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Features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10345216" cy="4495800"/>
          </a:xfrm>
        </p:spPr>
        <p:txBody>
          <a:bodyPr>
            <a:normAutofit/>
          </a:bodyPr>
          <a:lstStyle/>
          <a:p>
            <a:r>
              <a:rPr lang="en-US" sz="2000" b="1" dirty="0"/>
              <a:t>Real-time Air Quality Display</a:t>
            </a:r>
            <a:r>
              <a:rPr lang="en-US" sz="2000" dirty="0"/>
              <a:t> – Shows the current AQI value clearly on the main dashboard.</a:t>
            </a:r>
          </a:p>
          <a:p>
            <a:r>
              <a:rPr lang="en-IN" sz="2000" b="1" dirty="0"/>
              <a:t>Pollutant Breakdown</a:t>
            </a:r>
            <a:r>
              <a:rPr lang="en-IN" sz="2000" dirty="0"/>
              <a:t> – Displays individual pollutant levels like PM2.5, PM10, CO, etc.</a:t>
            </a:r>
          </a:p>
          <a:p>
            <a:r>
              <a:rPr lang="en-US" sz="2000" b="1" dirty="0"/>
              <a:t>Color-Coded Status Indicator</a:t>
            </a:r>
            <a:r>
              <a:rPr lang="en-US" sz="2000" dirty="0"/>
              <a:t> – Uses colors like green/yellow/red to indicate air quality levels.</a:t>
            </a:r>
          </a:p>
          <a:p>
            <a:r>
              <a:rPr lang="en-US" sz="2000" b="1" dirty="0"/>
              <a:t>Clean and Responsive UI</a:t>
            </a:r>
            <a:r>
              <a:rPr lang="en-US" sz="2000" dirty="0"/>
              <a:t> – Automatically adapts to different screen sizes and devices.</a:t>
            </a:r>
          </a:p>
          <a:p>
            <a:r>
              <a:rPr lang="en-US" sz="2000" b="1" dirty="0"/>
              <a:t>Interactive Cards/Sections</a:t>
            </a:r>
            <a:r>
              <a:rPr lang="en-US" sz="2000" dirty="0"/>
              <a:t> – Shows different data blocks in well-structured, clickable UI components.</a:t>
            </a:r>
          </a:p>
          <a:p>
            <a:r>
              <a:rPr lang="en-US" sz="2000" b="1" dirty="0"/>
              <a:t>User-Friendly Layout</a:t>
            </a:r>
            <a:r>
              <a:rPr lang="en-US" sz="2000" dirty="0"/>
              <a:t> – Simple and intuitive design for easy navigation and quick understanding.</a:t>
            </a:r>
          </a:p>
        </p:txBody>
      </p:sp>
    </p:spTree>
    <p:extLst>
      <p:ext uri="{BB962C8B-B14F-4D97-AF65-F5344CB8AC3E}">
        <p14:creationId xmlns:p14="http://schemas.microsoft.com/office/powerpoint/2010/main" val="154747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screens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D48853-AEB5-94B2-6E29-0D440CDB23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543" y="1844675"/>
            <a:ext cx="9287814" cy="4327525"/>
          </a:xfrm>
        </p:spPr>
      </p:pic>
    </p:spTree>
    <p:extLst>
      <p:ext uri="{BB962C8B-B14F-4D97-AF65-F5344CB8AC3E}">
        <p14:creationId xmlns:p14="http://schemas.microsoft.com/office/powerpoint/2010/main" val="94268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821" y="620688"/>
            <a:ext cx="10513168" cy="57606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DD75F5-632F-234A-E8B2-2B276ED14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26" y="620689"/>
            <a:ext cx="10483563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76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0CBB1A-E0E6-2311-CFAF-3E4D6C051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4" y="764704"/>
            <a:ext cx="1130209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B68DDB-E641-5556-CDB5-39FE2C089876}"/>
              </a:ext>
            </a:extLst>
          </p:cNvPr>
          <p:cNvSpPr txBox="1"/>
          <p:nvPr/>
        </p:nvSpPr>
        <p:spPr>
          <a:xfrm>
            <a:off x="3862164" y="3008885"/>
            <a:ext cx="4464496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5400" dirty="0"/>
              <a:t>THANK YOU!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80503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249165-F638-412C-8E0A-DFB7045CA2E0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30</TotalTime>
  <Words>310</Words>
  <Application>Microsoft Office PowerPoint</Application>
  <PresentationFormat>Custom</PresentationFormat>
  <Paragraphs>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Euphemia</vt:lpstr>
      <vt:lpstr>Serenity 16x9</vt:lpstr>
      <vt:lpstr>Project : AirAware Smart Air Quality Prediction System</vt:lpstr>
      <vt:lpstr>Problem Statement</vt:lpstr>
      <vt:lpstr>Objectives</vt:lpstr>
      <vt:lpstr>Technologies Used</vt:lpstr>
      <vt:lpstr>Dashboard Features</vt:lpstr>
      <vt:lpstr>Output screens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SREYA</dc:creator>
  <cp:lastModifiedBy>SAI SREYA</cp:lastModifiedBy>
  <cp:revision>3</cp:revision>
  <dcterms:created xsi:type="dcterms:W3CDTF">2025-11-20T00:58:41Z</dcterms:created>
  <dcterms:modified xsi:type="dcterms:W3CDTF">2025-11-20T01:29:17Z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